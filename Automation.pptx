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2" r:id="rId4"/>
    <p:sldId id="257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5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095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42160" y="2286000"/>
            <a:ext cx="5059680" cy="76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Automation</a:t>
            </a:r>
            <a:r>
              <a:rPr lang="en-US"/>
              <a:t> Example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9260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lang="en-US"/>
              <a:t>About this project 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046720" cy="91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2291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Data engineer focusing on Python-based operations tooling.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Automated daily network operations workflow, reducing manual steps and improving reliability.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Reduced daily manual processing time.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Eliminated most human error in command execution; improved traceability of failures.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93230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lang="en-US"/>
              <a:t>Background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046720" cy="91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2568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Backend systems generate a file at the end of each day.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The Network Operations Center (NOC) must process this file early the next morning.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Previously, operators logged in manually, imported the file, executed a batch of commands, and then shared any failures with the backend team.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This automation project was designed to reduce manual workload, improve reliability, and shorten issue turnaround time.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2226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lang="en-US" altLang="en-US"/>
              <a:t>Tasks and Objectives</a:t>
            </a:r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046720" cy="91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2291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Download the latest backend file to local storage.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Convert the file contents into executable commands.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Log in to the target system, run each command, and append the execution result in CSV format.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Automatically identify failed executions and share a failure report with the backend team.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6692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3. </a:t>
            </a:r>
            <a:r>
              <a:rPr lang="en-US"/>
              <a:t>Action and Solution design 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046720" cy="91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78105" y="2417445"/>
          <a:ext cx="8883015" cy="413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560"/>
                <a:gridCol w="5672455"/>
              </a:tblGrid>
              <a:tr h="2006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Step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Implementation</a:t>
                      </a:r>
                      <a:endParaRPr lang="en-US" altLang="en-US"/>
                    </a:p>
                  </a:txBody>
                  <a:tcPr/>
                </a:tc>
              </a:tr>
              <a:tr h="10629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Download the latest file to local storage (time, datetime, Paramiko)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spcBef>
                          <a:spcPts val="1000"/>
                        </a:spcBef>
                        <a:spcAft>
                          <a:spcPts val="400"/>
                        </a:spcAft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rPr lang="en-US" altLang="en-US"/>
                        <a:t>Check the latest file on the SFTP server. If a new file is found, download it to the local drive and trigger the automation workflow.</a:t>
                      </a:r>
                      <a:endParaRPr lang="en-US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Convert backend file content into execution commands</a:t>
                      </a:r>
                      <a:endParaRPr 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/>
                        <a:t>(Pandas)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spcBef>
                          <a:spcPts val="100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rPr lang="en-US" altLang="en-US"/>
                        <a:t>Use Pandas to convert the backend file into command scripts and filter out invalid or duplicate entries.</a:t>
                      </a:r>
                      <a:endParaRPr lang="en-US" altLang="en-US"/>
                    </a:p>
                  </a:txBody>
                  <a:tcPr/>
                </a:tc>
              </a:tr>
              <a:tr h="178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Execute commands and capture results (Playwright)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spcBef>
                          <a:spcPts val="100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defRPr sz="1800">
                          <a:solidFill>
                            <a:srgbClr val="333333"/>
                          </a:solidFill>
                        </a:defRPr>
                      </a:pPr>
                      <a:r>
                        <a:rPr lang="en-US" altLang="en-US"/>
                        <a:t>Log in to the system via Playwright, execute each command, and capture the output. If no result is returned, click “Execute” again. Up to 2 attempts per command (1 initial + 1 retry) with a 3‑second wait per attempt for result text.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269240" y="1437640"/>
            <a:ext cx="8691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 solution is implemented as a modular Python automation, integrating SFTP, data transformation, and UI automation.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184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Outputs </a:t>
            </a:r>
            <a:r>
              <a:rPr lang="en-US"/>
              <a:t>, </a:t>
            </a:r>
            <a:r>
              <a:t>Verification</a:t>
            </a:r>
            <a:r>
              <a:rPr lang="en-US"/>
              <a:t> and Benefits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046720" cy="914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3661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The automation ensures all execution results are captured and traceable.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Each run produces structured output files that support monitoring, troubleshooting, and audit requirements.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All output files are date-stamped for full traceability.</a:t>
            </a:r>
            <a:endParaRPr lang="en-US" altLang="en-US"/>
          </a:p>
          <a:p>
            <a:pPr marL="285750" indent="-28575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altLang="en-US"/>
              <a:t>A final verification pass checks that every expected command has a recorded result</a:t>
            </a:r>
            <a:endParaRPr lang="en-US" altLang="en-US"/>
          </a:p>
          <a:p>
            <a:pPr indent="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>
                <a:solidFill>
                  <a:srgbClr val="333333"/>
                </a:solidFill>
              </a:defRPr>
            </a:pPr>
            <a:endParaRPr>
              <a:sym typeface="+mn-ea"/>
            </a:endParaRPr>
          </a:p>
          <a:p>
            <a:pPr indent="0">
              <a:spcBef>
                <a:spcPts val="10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32385" y="3935730"/>
          <a:ext cx="9070340" cy="2177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/>
                <a:gridCol w="6339840"/>
              </a:tblGrid>
              <a:tr h="373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Output file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Purpose</a:t>
                      </a:r>
                      <a:endParaRPr lang="en-US"/>
                    </a:p>
                  </a:txBody>
                  <a:tcPr/>
                </a:tc>
              </a:tr>
              <a:tr h="6305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converted_command.csv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Stores all commands that will be submitted to the system.</a:t>
                      </a:r>
                      <a:endParaRPr lang="en-US" altLang="en-US"/>
                    </a:p>
                  </a:txBody>
                  <a:tcPr/>
                </a:tc>
              </a:tr>
              <a:tr h="3733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execution_result.csv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Contains the execution results for every command.</a:t>
                      </a:r>
                      <a:endParaRPr lang="en-US" altLang="en-US"/>
                    </a:p>
                  </a:txBody>
                  <a:tcPr/>
                </a:tc>
              </a:tr>
              <a:tr h="3721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problem_result.csv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en-US" sz="1800" i="0"/>
                        <a:t>Lists commands with non-success status or specific error conditions.</a:t>
                      </a:r>
                      <a:endParaRPr lang="en-US" sz="1800" i="0"/>
                    </a:p>
                  </a:txBody>
                  <a:tcPr marL="38417" marR="38417" marT="76200" marB="76200"/>
                </a:tc>
              </a:tr>
              <a:tr h="3733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backend_executed_log.csv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Tracks which backend file entries have been executed to detect any missing items.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99*322"/>
  <p:tag name="TABLE_ENDDRAG_RECT" val="6*164*699*322"/>
</p:tagLst>
</file>

<file path=ppt/tags/tag2.xml><?xml version="1.0" encoding="utf-8"?>
<p:tagLst xmlns:p="http://schemas.openxmlformats.org/presentationml/2006/main">
  <p:tag name="TABLE_ENDDRAG_ORIGIN_RECT" val="714*167"/>
  <p:tag name="TABLE_ENDDRAG_RECT" val="2*309*714*16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2548</Words>
  <Application>WPS Presentation</Application>
  <PresentationFormat>On-screen Show (4:3)</PresentationFormat>
  <Paragraphs>84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pplxSans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2026-02-22T15:36:54Z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FD92525039684A3EB1244674188439E5_13</vt:lpwstr>
  </property>
  <property fmtid="{D5CDD505-2E9C-101B-9397-08002B2CF9AE}" pid="3" name="KSOProductBuildVer">
    <vt:lpwstr>1033-12.2.0.23196</vt:lpwstr>
  </property>
</Properties>
</file>